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7AC52F-678C-4E7D-A368-B41AC12388BF}" v="237" dt="2026-06-01T06:54:13.084"/>
    <p1510:client id="{F78C85BA-7EC8-49F8-B9C0-960AA36DE8D8}" v="40" dt="2026-06-01T07:20:34.0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 Sreypich" userId="490ae5e5-e2be-4f8a-b0d3-913ad56769bc" providerId="ADAL" clId="{DFA992E8-05E4-4A97-B99F-CF6137E7E9B9}"/>
    <pc:docChg chg="modSld">
      <pc:chgData name="Na Sreypich" userId="490ae5e5-e2be-4f8a-b0d3-913ad56769bc" providerId="ADAL" clId="{DFA992E8-05E4-4A97-B99F-CF6137E7E9B9}" dt="2026-06-01T07:21:05.579" v="120" actId="14100"/>
      <pc:docMkLst>
        <pc:docMk/>
      </pc:docMkLst>
      <pc:sldChg chg="addSp modSp mod">
        <pc:chgData name="Na Sreypich" userId="490ae5e5-e2be-4f8a-b0d3-913ad56769bc" providerId="ADAL" clId="{DFA992E8-05E4-4A97-B99F-CF6137E7E9B9}" dt="2026-06-01T07:21:05.579" v="120" actId="14100"/>
        <pc:sldMkLst>
          <pc:docMk/>
          <pc:sldMk cId="2746091736" sldId="257"/>
        </pc:sldMkLst>
        <pc:spChg chg="mod">
          <ac:chgData name="Na Sreypich" userId="490ae5e5-e2be-4f8a-b0d3-913ad56769bc" providerId="ADAL" clId="{DFA992E8-05E4-4A97-B99F-CF6137E7E9B9}" dt="2026-06-01T07:20:52.886" v="118" actId="20577"/>
          <ac:spMkLst>
            <pc:docMk/>
            <pc:sldMk cId="2746091736" sldId="257"/>
            <ac:spMk id="4" creationId="{51CC4B4D-1A9F-893A-09F8-100FC4D3C1D3}"/>
          </ac:spMkLst>
        </pc:spChg>
        <pc:picChg chg="add mod">
          <ac:chgData name="Na Sreypich" userId="490ae5e5-e2be-4f8a-b0d3-913ad56769bc" providerId="ADAL" clId="{DFA992E8-05E4-4A97-B99F-CF6137E7E9B9}" dt="2026-06-01T07:21:05.579" v="120" actId="14100"/>
          <ac:picMkLst>
            <pc:docMk/>
            <pc:sldMk cId="2746091736" sldId="257"/>
            <ac:picMk id="5" creationId="{E27E1269-C12A-25D8-70B1-7C2288A21F4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F34E6-0DCB-4219-A6E1-2CBF6C20C846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EE8A51-04D8-42C3-AED7-7E432CE271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1398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EE8A51-04D8-42C3-AED7-7E432CE271E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0024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969F7-A5AB-3EA0-0E9F-84A2E33CD4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4D2C0A-E19F-2000-1CE2-39E0D8A757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C6131-A768-3770-8564-103C0D250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EB040-23C8-42D7-B6C0-C262036155A0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11A3B-5F99-6A0A-3BB8-D0E4D37E4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10852-DB7D-862B-D02B-7352AE388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43535-D7EB-4FF9-BAF2-07083C6D2D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8048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A4E5D-2996-43A8-06E4-B08FD3576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0444A-8A22-4E1A-3987-5324D774DB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13AE6-CDC6-9760-F1B1-215E4ED15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EB040-23C8-42D7-B6C0-C262036155A0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4A5D5-7EB4-110B-FEE5-D7C7CA478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F0743-432C-53AF-17F6-2FCBE03A4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43535-D7EB-4FF9-BAF2-07083C6D2D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2407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EBEE2-3F39-0A1E-EE4D-A059C5A8F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DF0731-2323-E5F9-4CF9-283FFFD28B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2C177-0A2C-AD96-591D-D6E603FFB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EB040-23C8-42D7-B6C0-C262036155A0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B8D1A-5AC6-DE4D-B588-6CB877B5B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030A8-F524-7721-AA95-EA7456C54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43535-D7EB-4FF9-BAF2-07083C6D2D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1889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24F04-D2EF-7255-AD10-E40D02419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6E8D9-7900-D304-8589-E88FF8008E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2E5DF4-954A-1341-81C0-BB790135B1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C7965D-12AF-3C5F-A388-96CC385E2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EB040-23C8-42D7-B6C0-C262036155A0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14585B-7C36-8057-446E-059428B18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08A00F-8093-BE57-E5A1-CAF2EEED2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43535-D7EB-4FF9-BAF2-07083C6D2D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5297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836D7-AB9B-CC9B-BA6B-631A4F92D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6667F-816E-19C5-7851-C16D2E4218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965AA2-70D9-A34E-80AD-4B0B3FBAC8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39309C-2D2B-A5D6-4289-0D632D405E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B17603-2696-AC73-4AB4-4D3A3D1700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045CD0-5348-1F62-B0C4-4104D138F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EB040-23C8-42D7-B6C0-C262036155A0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25BD7F-4838-4A22-BA7E-D533D8BDA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6F50BC-6CA1-39AE-9A4B-8832C768B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43535-D7EB-4FF9-BAF2-07083C6D2D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4592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6D591-D6B0-8496-27BE-705EBEA9D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3C8B85-DDB6-4A06-19D9-DE1D9EC68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EB040-23C8-42D7-B6C0-C262036155A0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80EA2A-85F3-0165-E6B2-C177DDC47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C76127-7438-AEDE-B39E-D84EF38F8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43535-D7EB-4FF9-BAF2-07083C6D2D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7582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B6EBB3-8B2D-7611-9D46-52D5DC265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EB040-23C8-42D7-B6C0-C262036155A0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260BEB-4977-3871-1307-007361CC0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4FFA04-B280-ED68-EDCB-7EE9A10A4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43535-D7EB-4FF9-BAF2-07083C6D2D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851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5661B-F583-04CB-19B2-9409147DC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95754-2908-A2E3-92B4-8A9BA2D90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AFAD27-F9D1-1B70-5EA8-DDCBDED645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F21A34-9E87-826E-5074-577268301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EB040-23C8-42D7-B6C0-C262036155A0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C9A1F2-4B22-7481-6EF8-AF63068E3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D03B09-D2C2-3B9F-9F02-7B04CDAC6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43535-D7EB-4FF9-BAF2-07083C6D2D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8844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B9EF9-3752-12F8-DF8F-7B9521B15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8D893E-5D4B-6883-9073-66695C6A7A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8FFF1-4BD5-1A1B-51E4-C8D608410E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163DB0-B4CF-A2BC-6FEB-0A194C654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EB040-23C8-42D7-B6C0-C262036155A0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21ED29-1AB9-0FE8-1008-91C655CA1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5F4E40-A263-9A95-24FB-F9DFB0227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43535-D7EB-4FF9-BAF2-07083C6D2D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7613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23B64-0E00-7ED5-A815-CF532833E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A3EA4D-5F65-42CA-2D4B-4E5D5AF9F9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C497F-4467-6D22-850F-8A0D1A397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EB040-23C8-42D7-B6C0-C262036155A0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AA06A-810F-4AD4-F788-DF93C4AF8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FB23E-15D0-3765-B7F2-E749541DA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43535-D7EB-4FF9-BAF2-07083C6D2D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1734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8B5700-BF20-9FFE-1595-8EB808772A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90BD63-BC70-CE2B-6BF7-642AE2F8E8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D5B53-C94B-37E2-9154-C2961473C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EB040-23C8-42D7-B6C0-C262036155A0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D59C7-F997-37A6-405A-3D5249A08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F3D87B-1C90-253E-A78E-3A6977D30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43535-D7EB-4FF9-BAF2-07083C6D2D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8927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332F1C-7508-C9EF-6E1F-F127B90C3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FBFCF-F15B-3B1B-11D4-3D99BD3CA0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0279F-FB54-BE35-1A39-63FCB07764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6EB040-23C8-42D7-B6C0-C262036155A0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00BCF-8628-FBFC-7432-21924FADF2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EA7CC-6FF9-7F9F-A8CF-21849C45AC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143535-D7EB-4FF9-BAF2-07083C6D2D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9509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81837-E9DD-4993-1662-16ECC6B697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1999" cy="812800"/>
          </a:xfrm>
        </p:spPr>
        <p:txBody>
          <a:bodyPr>
            <a:noAutofit/>
          </a:bodyPr>
          <a:lstStyle/>
          <a:p>
            <a:r>
              <a:rPr lang="en-GB" sz="3600">
                <a:solidFill>
                  <a:srgbClr val="002060"/>
                </a:solidFill>
                <a:latin typeface="Aptos Slab SemiBold" panose="020B0004020202020204" pitchFamily="34" charset="0"/>
              </a:rPr>
              <a:t>DISCRETE MATHEMATICS</a:t>
            </a:r>
            <a:endParaRPr lang="en-GB" sz="2800">
              <a:solidFill>
                <a:srgbClr val="002060"/>
              </a:solidFill>
              <a:latin typeface="Aptos Slab SemiBold" panose="020B00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1FE1B6F-2CB6-B6B9-5A92-026E2B3A5E8C}"/>
              </a:ext>
            </a:extLst>
          </p:cNvPr>
          <p:cNvSpPr txBox="1">
            <a:spLocks/>
          </p:cNvSpPr>
          <p:nvPr/>
        </p:nvSpPr>
        <p:spPr>
          <a:xfrm>
            <a:off x="2" y="662330"/>
            <a:ext cx="12191998" cy="60188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u="sng">
                <a:solidFill>
                  <a:srgbClr val="002060"/>
                </a:solidFill>
                <a:latin typeface="Aptos Slab SemiBold" panose="020B0004020202020204" pitchFamily="34" charset="0"/>
              </a:rPr>
              <a:t>Lecturer :</a:t>
            </a:r>
            <a:r>
              <a:rPr lang="en-GB" sz="2400">
                <a:solidFill>
                  <a:srgbClr val="002060"/>
                </a:solidFill>
                <a:latin typeface="Aptos Slab SemiBold" panose="020B0004020202020204" pitchFamily="34" charset="0"/>
              </a:rPr>
              <a:t> </a:t>
            </a:r>
            <a:r>
              <a:rPr lang="en-GB" sz="2400">
                <a:latin typeface="Aptos Slab SemiBold" panose="020B0004020202020204" pitchFamily="34" charset="0"/>
              </a:rPr>
              <a:t>Ngeth Youdarith &amp; PHANN Sopheap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620D958-B113-8525-CA2B-8D30D8105222}"/>
              </a:ext>
            </a:extLst>
          </p:cNvPr>
          <p:cNvSpPr txBox="1">
            <a:spLocks/>
          </p:cNvSpPr>
          <p:nvPr/>
        </p:nvSpPr>
        <p:spPr>
          <a:xfrm>
            <a:off x="880358" y="963271"/>
            <a:ext cx="11311642" cy="557778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800" u="sng">
                <a:solidFill>
                  <a:srgbClr val="002060"/>
                </a:solidFill>
                <a:latin typeface="Aptos Slab SemiBold" panose="020B0004020202020204" pitchFamily="34" charset="0"/>
              </a:rPr>
              <a:t>Group : 2</a:t>
            </a:r>
          </a:p>
          <a:p>
            <a:pPr algn="l"/>
            <a:endParaRPr lang="en-GB" sz="1800" u="sng">
              <a:solidFill>
                <a:srgbClr val="002060"/>
              </a:solidFill>
              <a:latin typeface="Aptos Slab SemiBold" panose="020B0004020202020204" pitchFamily="34" charset="0"/>
            </a:endParaRPr>
          </a:p>
          <a:p>
            <a:pPr algn="l"/>
            <a:r>
              <a:rPr lang="en-GB" sz="1800" u="sng">
                <a:solidFill>
                  <a:srgbClr val="002060"/>
                </a:solidFill>
                <a:latin typeface="Aptos Slab SemiBold" panose="020B0004020202020204" pitchFamily="34" charset="0"/>
              </a:rPr>
              <a:t>Group Member’s  Name: </a:t>
            </a:r>
          </a:p>
          <a:p>
            <a:pPr algn="l"/>
            <a:endParaRPr lang="en-GB" sz="1800" u="sng">
              <a:solidFill>
                <a:srgbClr val="002060"/>
              </a:solidFill>
              <a:latin typeface="Aptos Slab SemiBold" panose="020B0004020202020204" pitchFamily="34" charset="0"/>
            </a:endParaRPr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r>
              <a:rPr lang="en-GB" sz="1800">
                <a:latin typeface="Aptos Slab SemiBold" panose="020B0004020202020204" pitchFamily="34" charset="0"/>
              </a:rPr>
              <a:t>Na Sreypich</a:t>
            </a:r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endParaRPr lang="en-GB" sz="1800">
              <a:latin typeface="Aptos Slab SemiBold" panose="020B0004020202020204" pitchFamily="34" charset="0"/>
            </a:endParaRPr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r>
              <a:rPr lang="en-GB" sz="1800">
                <a:latin typeface="Aptos Slab SemiBold" panose="020B0004020202020204" pitchFamily="34" charset="0"/>
              </a:rPr>
              <a:t>Toch Sreynit</a:t>
            </a:r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endParaRPr lang="en-GB" sz="1800">
              <a:latin typeface="Aptos Slab SemiBold" panose="020B0004020202020204" pitchFamily="34" charset="0"/>
            </a:endParaRPr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r>
              <a:rPr lang="en-GB" sz="1800">
                <a:latin typeface="Aptos Slab SemiBold" panose="020B0004020202020204" pitchFamily="34" charset="0"/>
              </a:rPr>
              <a:t>Hong Chhievguek</a:t>
            </a:r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endParaRPr lang="en-GB" sz="1800">
              <a:latin typeface="Aptos Slab SemiBold" panose="020B0004020202020204" pitchFamily="34" charset="0"/>
            </a:endParaRPr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r>
              <a:rPr lang="en-GB" sz="1800">
                <a:latin typeface="Aptos Slab SemiBold" panose="020B0004020202020204" pitchFamily="34" charset="0"/>
              </a:rPr>
              <a:t>Pen Kanha</a:t>
            </a:r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endParaRPr lang="en-GB" sz="1800">
              <a:latin typeface="Aptos Slab SemiBold" panose="020B0004020202020204" pitchFamily="34" charset="0"/>
            </a:endParaRPr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r>
              <a:rPr lang="en-GB" sz="1800">
                <a:latin typeface="Aptos Slab SemiBold" panose="020B0004020202020204" pitchFamily="34" charset="0"/>
              </a:rPr>
              <a:t>Phy Sokmanea</a:t>
            </a:r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endParaRPr lang="en-GB" sz="1800">
              <a:latin typeface="Aptos Slab SemiBold" panose="020B0004020202020204" pitchFamily="34" charset="0"/>
            </a:endParaRPr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r>
              <a:rPr lang="en-GB" sz="1800">
                <a:latin typeface="Aptos Slab SemiBold" panose="020B0004020202020204" pitchFamily="34" charset="0"/>
              </a:rPr>
              <a:t>Boa Mouyly</a:t>
            </a:r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endParaRPr lang="en-GB" sz="1800">
              <a:latin typeface="Aptos Slab SemiBold" panose="020B0004020202020204" pitchFamily="34" charset="0"/>
            </a:endParaRPr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r>
              <a:rPr lang="en-GB" sz="1800">
                <a:latin typeface="Aptos Slab SemiBold" panose="020B0004020202020204" pitchFamily="34" charset="0"/>
              </a:rPr>
              <a:t>Deob Doungsopanha</a:t>
            </a:r>
          </a:p>
          <a:p>
            <a:pPr marL="457200" indent="-457200" algn="l">
              <a:buFont typeface="+mj-lt"/>
              <a:buAutoNum type="arabicPeriod"/>
            </a:pPr>
            <a:endParaRPr lang="en-GB" sz="2400" u="sng">
              <a:latin typeface="Aptos Slab SemiBold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9992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6CC1D-D390-F4C6-F362-2B44F8608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63929"/>
          </a:xfrm>
        </p:spPr>
        <p:txBody>
          <a:bodyPr>
            <a:normAutofit/>
          </a:bodyPr>
          <a:lstStyle/>
          <a:p>
            <a:pPr algn="ctr"/>
            <a:r>
              <a:rPr lang="en-GB" sz="2800">
                <a:solidFill>
                  <a:srgbClr val="002060"/>
                </a:solidFill>
                <a:latin typeface="Aptos Slab SemiBold" panose="020B0004020202020204" pitchFamily="34" charset="0"/>
              </a:rPr>
              <a:t>Exercise Practies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itle 1">
                <a:extLst>
                  <a:ext uri="{FF2B5EF4-FFF2-40B4-BE49-F238E27FC236}">
                    <a16:creationId xmlns:a16="http://schemas.microsoft.com/office/drawing/2014/main" id="{51CC4B4D-1A9F-893A-09F8-100FC4D3C1D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763929"/>
                <a:ext cx="11967258" cy="582506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GB" sz="2400">
                    <a:effectLst/>
                    <a:latin typeface="Aptos Slab SemiBold" panose="020B0004020202020204" pitchFamily="34" charset="0"/>
                  </a:rPr>
                  <a:t>5. Convert the following into Binary</a:t>
                </a:r>
              </a:p>
              <a:p>
                <a:endParaRPr lang="en-GB" sz="2400">
                  <a:effectLst/>
                  <a:latin typeface="Aptos Slab SemiBold" panose="020B0004020202020204" pitchFamily="34" charset="0"/>
                </a:endParaRPr>
              </a:p>
              <a:p>
                <a:r>
                  <a:rPr lang="en-GB" sz="2400">
                    <a:effectLst/>
                    <a:latin typeface="Aptos Slab SemiBold" panose="020B0004020202020204" pitchFamily="34" charset="0"/>
                  </a:rPr>
                  <a:t>	b.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GB" sz="2400">
                            <a:latin typeface="Cambria Math" panose="02040503050406030204" pitchFamily="18" charset="0"/>
                          </a:rPr>
                          <m:t>(1</m:t>
                        </m:r>
                        <m:r>
                          <m:rPr>
                            <m:nor/>
                          </m:rPr>
                          <a:rPr lang="en-GB" sz="2400">
                            <a:latin typeface="Cambria Math" panose="02040503050406030204" pitchFamily="18" charset="0"/>
                          </a:rPr>
                          <m:t>FD</m:t>
                        </m:r>
                        <m:r>
                          <m:rPr>
                            <m:nor/>
                          </m:rPr>
                          <a:rPr lang="en-GB" sz="2400">
                            <a:latin typeface="Cambria Math" panose="02040503050406030204" pitchFamily="18" charset="0"/>
                          </a:rPr>
                          <m:t>53</m:t>
                        </m:r>
                        <m:r>
                          <m:rPr>
                            <m:nor/>
                          </m:rPr>
                          <a:rPr lang="en-GB" sz="240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GB" sz="240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64</m:t>
                        </m:r>
                      </m:sub>
                    </m:sSub>
                  </m:oMath>
                </a14:m>
                <a:endParaRPr lang="en-GB" sz="2400">
                  <a:latin typeface="Aptos Slab SemiBold" panose="020B0004020202020204" pitchFamily="34" charset="0"/>
                </a:endParaRPr>
              </a:p>
              <a:p>
                <a:r>
                  <a:rPr lang="en-GB" sz="2400">
                    <a:effectLst/>
                    <a:latin typeface="Aptos Slab SemiBold" panose="020B0004020202020204" pitchFamily="34" charset="0"/>
                  </a:rPr>
                  <a:t>Solution:</a:t>
                </a:r>
              </a:p>
              <a:p>
                <a:r>
                  <a:rPr lang="en-GB" sz="2000">
                    <a:latin typeface="Aptos Slab SemiBold" panose="020B0004020202020204" pitchFamily="34" charset="0"/>
                  </a:rPr>
                  <a:t>Convert each digits to a 6-bits Binary value</a:t>
                </a:r>
              </a:p>
              <a:p>
                <a:r>
                  <a:rPr lang="en-GB" sz="2400">
                    <a:latin typeface="Aptos Slab SemiBold" panose="020B0004020202020204" pitchFamily="34" charset="0"/>
                  </a:rPr>
                  <a:t>   we have </a:t>
                </a:r>
              </a:p>
              <a:p>
                <a:r>
                  <a:rPr lang="en-GB" sz="2400">
                    <a:latin typeface="Aptos Slab SemiBold" panose="020B0004020202020204" pitchFamily="34" charset="0"/>
                  </a:rPr>
                  <a:t>1=53=110101</a:t>
                </a:r>
              </a:p>
              <a:p>
                <a:r>
                  <a:rPr lang="en-GB" sz="2400">
                    <a:latin typeface="Aptos Slab SemiBold" panose="020B0004020202020204" pitchFamily="34" charset="0"/>
                  </a:rPr>
                  <a:t>F=5=000101</a:t>
                </a:r>
              </a:p>
              <a:p>
                <a:r>
                  <a:rPr lang="en-GB" sz="2400">
                    <a:latin typeface="Aptos Slab SemiBold" panose="020B0004020202020204" pitchFamily="34" charset="0"/>
                  </a:rPr>
                  <a:t>D=3=000011</a:t>
                </a:r>
              </a:p>
              <a:p>
                <a:r>
                  <a:rPr lang="en-GB" sz="2400">
                    <a:latin typeface="Aptos Slab SemiBold" panose="020B0004020202020204" pitchFamily="34" charset="0"/>
                  </a:rPr>
                  <a:t>5=57=111001</a:t>
                </a:r>
              </a:p>
              <a:p>
                <a:r>
                  <a:rPr lang="en-GB" sz="2400">
                    <a:latin typeface="Aptos Slab SemiBold" panose="020B0004020202020204" pitchFamily="34" charset="0"/>
                  </a:rPr>
                  <a:t>3=55=110111</a:t>
                </a:r>
              </a:p>
              <a:p>
                <a:r>
                  <a:rPr lang="en-GB" sz="2400">
                    <a:latin typeface="Aptos Slab SemiBold" panose="020B0004020202020204" pitchFamily="34" charset="0"/>
                  </a:rPr>
                  <a:t>h=33=100001 </a:t>
                </a:r>
              </a:p>
              <a:p>
                <a:endParaRPr lang="en-GB" sz="2400">
                  <a:latin typeface="Aptos Slab SemiBold" panose="020B0004020202020204" pitchFamily="34" charset="0"/>
                </a:endParaRPr>
              </a:p>
              <a:p>
                <a:endParaRPr lang="en-GB" sz="2400">
                  <a:latin typeface="Aptos Slab SemiBold" panose="020B0004020202020204" pitchFamily="34" charset="0"/>
                </a:endParaRPr>
              </a:p>
              <a:p>
                <a:endParaRPr lang="en-GB" sz="2400">
                  <a:latin typeface="Aptos Slab SemiBold" panose="020B0004020202020204" pitchFamily="34" charset="0"/>
                </a:endParaRPr>
              </a:p>
              <a:p>
                <a:endParaRPr lang="en-GB" sz="2400">
                  <a:latin typeface="Aptos Slab SemiBold" panose="020B0004020202020204" pitchFamily="34" charset="0"/>
                </a:endParaRPr>
              </a:p>
              <a:p>
                <a:r>
                  <a:rPr lang="en-GB" sz="2400">
                    <a:latin typeface="Aptos Slab SemiBold" panose="020B0004020202020204" pitchFamily="34" charset="0"/>
                  </a:rPr>
                  <a:t>Final Answer:</a:t>
                </a:r>
                <a:r>
                  <a:rPr lang="en-GB" sz="320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GB" sz="2400">
                            <a:latin typeface="Cambria Math" panose="02040503050406030204" pitchFamily="18" charset="0"/>
                          </a:rPr>
                          <m:t>(1</m:t>
                        </m:r>
                        <m:r>
                          <m:rPr>
                            <m:nor/>
                          </m:rPr>
                          <a:rPr lang="en-GB" sz="2400">
                            <a:latin typeface="Cambria Math" panose="02040503050406030204" pitchFamily="18" charset="0"/>
                          </a:rPr>
                          <m:t>FD</m:t>
                        </m:r>
                        <m:r>
                          <m:rPr>
                            <m:nor/>
                          </m:rPr>
                          <a:rPr lang="en-GB" sz="2400">
                            <a:latin typeface="Cambria Math" panose="02040503050406030204" pitchFamily="18" charset="0"/>
                          </a:rPr>
                          <m:t>53</m:t>
                        </m:r>
                        <m:r>
                          <m:rPr>
                            <m:nor/>
                          </m:rPr>
                          <a:rPr lang="en-GB" sz="240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GB" sz="240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64</m:t>
                        </m:r>
                      </m:sub>
                    </m:sSub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2400" b="0" i="0" smtClean="0">
                            <a:latin typeface="Cambria Math" panose="02040503050406030204" pitchFamily="18" charset="0"/>
                          </a:rPr>
                          <m:t>110101000101000011111001110111100001</m:t>
                        </m:r>
                        <m:r>
                          <a:rPr lang="en-GB" sz="240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3200" baseline="-25000">
                  <a:ln w="0"/>
                  <a:latin typeface="Aptos Slab SemiBold" panose="020B0004020202020204" pitchFamily="34" charset="0"/>
                </a:endParaRPr>
              </a:p>
            </p:txBody>
          </p:sp>
        </mc:Choice>
        <mc:Fallback>
          <p:sp>
            <p:nvSpPr>
              <p:cNvPr id="4" name="Title 1">
                <a:extLst>
                  <a:ext uri="{FF2B5EF4-FFF2-40B4-BE49-F238E27FC236}">
                    <a16:creationId xmlns:a16="http://schemas.microsoft.com/office/drawing/2014/main" id="{51CC4B4D-1A9F-893A-09F8-100FC4D3C1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63929"/>
                <a:ext cx="11967258" cy="5825066"/>
              </a:xfrm>
              <a:prstGeom prst="rect">
                <a:avLst/>
              </a:prstGeom>
              <a:blipFill>
                <a:blip r:embed="rId3"/>
                <a:stretch>
                  <a:fillRect l="-764" t="-628" b="-12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27E1269-C12A-25D8-70B1-7C2288A21F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0" y="556922"/>
            <a:ext cx="7239001" cy="540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091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word problem in set Group2.2</Template>
  <TotalTime>71</TotalTime>
  <Words>75</Words>
  <Application>Microsoft Office PowerPoint</Application>
  <PresentationFormat>Widescreen</PresentationFormat>
  <Paragraphs>38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Aptos Slab SemiBold</vt:lpstr>
      <vt:lpstr>Arial</vt:lpstr>
      <vt:lpstr>Cambria Math</vt:lpstr>
      <vt:lpstr>Office Theme</vt:lpstr>
      <vt:lpstr>DISCRETE MATHEMATICS</vt:lpstr>
      <vt:lpstr>Exercise Practies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 Sreypich</dc:creator>
  <cp:lastModifiedBy>Na Sreypich</cp:lastModifiedBy>
  <cp:revision>2</cp:revision>
  <dcterms:created xsi:type="dcterms:W3CDTF">2026-06-01T06:04:13Z</dcterms:created>
  <dcterms:modified xsi:type="dcterms:W3CDTF">2026-06-01T07:21:14Z</dcterms:modified>
</cp:coreProperties>
</file>