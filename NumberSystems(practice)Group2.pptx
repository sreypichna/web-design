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7AC52F-678C-4E7D-A368-B41AC12388BF}" v="237" dt="2026-06-01T06:54:13.084"/>
    <p1510:client id="{F78C85BA-7EC8-49F8-B9C0-960AA36DE8D8}" v="40" dt="2026-06-01T07:20:34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F34E6-0DCB-4219-A6E1-2CBF6C20C846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E8A51-04D8-42C3-AED7-7E432CE271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398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EE8A51-04D8-42C3-AED7-7E432CE271E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2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69F7-A5AB-3EA0-0E9F-84A2E33CD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4D2C0A-E19F-2000-1CE2-39E0D8A75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C6131-A768-3770-8564-103C0D25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11A3B-5F99-6A0A-3BB8-D0E4D37E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10852-DB7D-862B-D02B-7352AE38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048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4E5D-2996-43A8-06E4-B08FD3576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444A-8A22-4E1A-3987-5324D774D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3AE6-CDC6-9760-F1B1-215E4ED15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4A5D5-7EB4-110B-FEE5-D7C7CA47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0743-432C-53AF-17F6-2FCBE03A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40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EBEE2-3F39-0A1E-EE4D-A059C5A8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F0731-2323-E5F9-4CF9-283FFFD28B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2C177-0A2C-AD96-591D-D6E603FFB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B8D1A-5AC6-DE4D-B588-6CB877B5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030A8-F524-7721-AA95-EA7456C5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889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4F04-D2EF-7255-AD10-E40D0241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E8D9-7900-D304-8589-E88FF8008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E5DF4-954A-1341-81C0-BB790135B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7965D-12AF-3C5F-A388-96CC385E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585B-7C36-8057-446E-059428B1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8A00F-8093-BE57-E5A1-CAF2EEED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297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36D7-AB9B-CC9B-BA6B-631A4F92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6667F-816E-19C5-7851-C16D2E421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65AA2-70D9-A34E-80AD-4B0B3FBAC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9309C-2D2B-A5D6-4289-0D632D405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B17603-2696-AC73-4AB4-4D3A3D1700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45CD0-5348-1F62-B0C4-4104D138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BD7F-4838-4A22-BA7E-D533D8BDA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F50BC-6CA1-39AE-9A4B-8832C768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592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6D591-D6B0-8496-27BE-705EBEA9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3C8B85-DDB6-4A06-19D9-DE1D9EC6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0EA2A-85F3-0165-E6B2-C177DDC4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6127-7438-AEDE-B39E-D84EF38F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582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B6EBB3-8B2D-7611-9D46-52D5DC265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260BEB-4977-3871-1307-007361CC0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FFA04-B280-ED68-EDCB-7EE9A10A4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5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661B-F583-04CB-19B2-9409147DC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95754-2908-A2E3-92B4-8A9BA2D90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FAD27-F9D1-1B70-5EA8-DDCBDED64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1A34-9E87-826E-5074-577268301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9A1F2-4B22-7481-6EF8-AF63068E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03B09-D2C2-3B9F-9F02-7B04CDAC6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84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9EF9-3752-12F8-DF8F-7B9521B1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D893E-5D4B-6883-9073-66695C6A7A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8FFF1-4BD5-1A1B-51E4-C8D608410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63DB0-B4CF-A2BC-6FEB-0A194C654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ED29-1AB9-0FE8-1008-91C655CA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F4E40-A263-9A95-24FB-F9DFB022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613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3B64-0E00-7ED5-A815-CF532833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A3EA4D-5F65-42CA-2D4B-4E5D5AF9F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C497F-4467-6D22-850F-8A0D1A397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AA06A-810F-4AD4-F788-DF93C4AF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FB23E-15D0-3765-B7F2-E749541DA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3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8B5700-BF20-9FFE-1595-8EB808772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0BD63-BC70-CE2B-6BF7-642AE2F8E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5B53-C94B-37E2-9154-C2961473C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59C7-F997-37A6-405A-3D5249A0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3D87B-1C90-253E-A78E-3A6977D3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92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32F1C-7508-C9EF-6E1F-F127B90C3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FBFCF-F15B-3B1B-11D4-3D99BD3CA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279F-FB54-BE35-1A39-63FCB0776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EB040-23C8-42D7-B6C0-C262036155A0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00BCF-8628-FBFC-7432-21924FAD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EA7CC-6FF9-7F9F-A8CF-21849C45AC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43535-D7EB-4FF9-BAF2-07083C6D2D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50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81837-E9DD-4993-1662-16ECC6B69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1999" cy="812800"/>
          </a:xfrm>
        </p:spPr>
        <p:txBody>
          <a:bodyPr>
            <a:noAutofit/>
          </a:bodyPr>
          <a:lstStyle/>
          <a:p>
            <a:r>
              <a:rPr lang="en-GB" sz="3600">
                <a:solidFill>
                  <a:srgbClr val="002060"/>
                </a:solidFill>
                <a:latin typeface="Aptos Slab SemiBold" panose="020B0004020202020204" pitchFamily="34" charset="0"/>
              </a:rPr>
              <a:t>DISCRETE MATHEMATICS</a:t>
            </a:r>
            <a:endParaRPr lang="en-GB" sz="2800">
              <a:solidFill>
                <a:srgbClr val="002060"/>
              </a:solidFill>
              <a:latin typeface="Aptos Slab SemiBold" panose="020B00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1FE1B6F-2CB6-B6B9-5A92-026E2B3A5E8C}"/>
              </a:ext>
            </a:extLst>
          </p:cNvPr>
          <p:cNvSpPr txBox="1">
            <a:spLocks/>
          </p:cNvSpPr>
          <p:nvPr/>
        </p:nvSpPr>
        <p:spPr>
          <a:xfrm>
            <a:off x="2" y="662330"/>
            <a:ext cx="12191998" cy="601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u="sng">
                <a:solidFill>
                  <a:srgbClr val="002060"/>
                </a:solidFill>
                <a:latin typeface="Aptos Slab SemiBold" panose="020B0004020202020204" pitchFamily="34" charset="0"/>
              </a:rPr>
              <a:t>Lecturer :</a:t>
            </a:r>
            <a:r>
              <a:rPr lang="en-GB" sz="2400">
                <a:solidFill>
                  <a:srgbClr val="002060"/>
                </a:solidFill>
                <a:latin typeface="Aptos Slab SemiBold" panose="020B0004020202020204" pitchFamily="34" charset="0"/>
              </a:rPr>
              <a:t> </a:t>
            </a:r>
            <a:r>
              <a:rPr lang="en-GB" sz="2400">
                <a:latin typeface="Aptos Slab SemiBold" panose="020B0004020202020204" pitchFamily="34" charset="0"/>
              </a:rPr>
              <a:t>Ngeth Youdarith &amp; PHANN Sopheap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620D958-B113-8525-CA2B-8D30D8105222}"/>
              </a:ext>
            </a:extLst>
          </p:cNvPr>
          <p:cNvSpPr txBox="1">
            <a:spLocks/>
          </p:cNvSpPr>
          <p:nvPr/>
        </p:nvSpPr>
        <p:spPr>
          <a:xfrm>
            <a:off x="880358" y="963271"/>
            <a:ext cx="11311642" cy="55777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: 2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algn="l"/>
            <a:r>
              <a:rPr lang="en-GB" sz="1800" u="sng">
                <a:solidFill>
                  <a:srgbClr val="002060"/>
                </a:solidFill>
                <a:latin typeface="Aptos Slab SemiBold" panose="020B0004020202020204" pitchFamily="34" charset="0"/>
              </a:rPr>
              <a:t>Group Member’s  Name: </a:t>
            </a:r>
          </a:p>
          <a:p>
            <a:pPr algn="l"/>
            <a:endParaRPr lang="en-GB" sz="1800" u="sng">
              <a:solidFill>
                <a:srgbClr val="002060"/>
              </a:solidFill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Na Sreypich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Toch Sreynit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Hong Chhievguek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Pen Kanha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Phy Sokmanea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Boa Mouyly</a:t>
            </a: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endParaRPr lang="en-GB" sz="1800">
              <a:latin typeface="Aptos Slab SemiBold" panose="020B0004020202020204" pitchFamily="34" charset="0"/>
            </a:endParaRPr>
          </a:p>
          <a:p>
            <a:pPr marL="457200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GB" sz="1800">
                <a:latin typeface="Aptos Slab SemiBold" panose="020B0004020202020204" pitchFamily="34" charset="0"/>
              </a:rPr>
              <a:t>Deob Doungsopanha</a:t>
            </a:r>
          </a:p>
          <a:p>
            <a:pPr marL="457200" indent="-457200" algn="l">
              <a:buFont typeface="+mj-lt"/>
              <a:buAutoNum type="arabicPeriod"/>
            </a:pPr>
            <a:endParaRPr lang="en-GB" sz="2400" u="sng">
              <a:latin typeface="Aptos Slab SemiBold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992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6CC1D-D390-F4C6-F362-2B44F860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3929"/>
          </a:xfrm>
        </p:spPr>
        <p:txBody>
          <a:bodyPr>
            <a:normAutofit/>
          </a:bodyPr>
          <a:lstStyle/>
          <a:p>
            <a:pPr algn="ctr"/>
            <a:r>
              <a:rPr lang="en-GB" sz="2800">
                <a:solidFill>
                  <a:srgbClr val="002060"/>
                </a:solidFill>
                <a:latin typeface="Aptos Slab SemiBold" panose="020B0004020202020204" pitchFamily="34" charset="0"/>
              </a:rPr>
              <a:t>Exercise Practies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1CC4B4D-1A9F-893A-09F8-100FC4D3C1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63929"/>
                <a:ext cx="11967258" cy="5825066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5. Convert the following into Binary</a:t>
                </a:r>
              </a:p>
              <a:p>
                <a:endParaRPr lang="en-GB" sz="2400">
                  <a:effectLst/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	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FD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</m:oMath>
                </a14:m>
                <a:endParaRPr lang="en-GB" sz="2400"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effectLst/>
                    <a:latin typeface="Aptos Slab SemiBold" panose="020B0004020202020204" pitchFamily="34" charset="0"/>
                  </a:rPr>
                  <a:t>Solution:</a:t>
                </a:r>
              </a:p>
              <a:p>
                <a:r>
                  <a:rPr lang="en-GB" sz="2000">
                    <a:latin typeface="Aptos Slab SemiBold" panose="020B0004020202020204" pitchFamily="34" charset="0"/>
                  </a:rPr>
                  <a:t>Convert each digits to a 6-bits Binary value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   we have 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1=53=110101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F=5=000101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D=3=000011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5=57=111001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3=55=110111</a:t>
                </a: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h=33=100001 </a:t>
                </a: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endParaRPr lang="en-GB" sz="2400">
                  <a:latin typeface="Aptos Slab SemiBold" panose="020B0004020202020204" pitchFamily="34" charset="0"/>
                </a:endParaRPr>
              </a:p>
              <a:p>
                <a:r>
                  <a:rPr lang="en-GB" sz="2400">
                    <a:latin typeface="Aptos Slab SemiBold" panose="020B0004020202020204" pitchFamily="34" charset="0"/>
                  </a:rPr>
                  <a:t>Final Answer:</a:t>
                </a:r>
                <a:r>
                  <a:rPr lang="en-GB" sz="3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FD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b="0" i="0" smtClean="0">
                            <a:latin typeface="Cambria Math" panose="02040503050406030204" pitchFamily="18" charset="0"/>
                          </a:rPr>
                          <m:t>110101000101000011111001110111100001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baseline="-25000">
                  <a:ln w="0"/>
                  <a:latin typeface="Aptos Slab SemiBold" panose="020B0004020202020204" pitchFamily="34" charset="0"/>
                </a:endParaRPr>
              </a:p>
            </p:txBody>
          </p:sp>
        </mc:Choice>
        <mc:Fallback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51CC4B4D-1A9F-893A-09F8-100FC4D3C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63929"/>
                <a:ext cx="11967258" cy="5825066"/>
              </a:xfrm>
              <a:prstGeom prst="rect">
                <a:avLst/>
              </a:prstGeom>
              <a:blipFill>
                <a:blip r:embed="rId3"/>
                <a:stretch>
                  <a:fillRect l="-764" t="-628" b="-1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E27E1269-C12A-25D8-70B1-7C2288A21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56922"/>
            <a:ext cx="7239001" cy="54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91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word problem in set Group2.2</Template>
  <TotalTime>72</TotalTime>
  <Words>75</Words>
  <Application>Microsoft Office PowerPoint</Application>
  <PresentationFormat>Widescreen</PresentationFormat>
  <Paragraphs>38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Slab SemiBold</vt:lpstr>
      <vt:lpstr>Arial</vt:lpstr>
      <vt:lpstr>Cambria Math</vt:lpstr>
      <vt:lpstr>Office Theme</vt:lpstr>
      <vt:lpstr>DISCRETE MATHEMATICS</vt:lpstr>
      <vt:lpstr>Exercise Practies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Sreypich</dc:creator>
  <cp:lastModifiedBy>Na Sreypich</cp:lastModifiedBy>
  <cp:revision>3</cp:revision>
  <dcterms:created xsi:type="dcterms:W3CDTF">2026-06-01T06:04:13Z</dcterms:created>
  <dcterms:modified xsi:type="dcterms:W3CDTF">2026-06-01T07:21:55Z</dcterms:modified>
</cp:coreProperties>
</file>