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241DBE-CC98-4C29-846C-3CBB3BCF4897}" v="91" dt="2026-05-11T07:02:15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 Sreypich" userId="490ae5e5-e2be-4f8a-b0d3-913ad56769bc" providerId="ADAL" clId="{DFA992E8-05E4-4A97-B99F-CF6137E7E9B9}"/>
    <pc:docChg chg="undo custSel addSld delSld modSld">
      <pc:chgData name="Na Sreypich" userId="490ae5e5-e2be-4f8a-b0d3-913ad56769bc" providerId="ADAL" clId="{DFA992E8-05E4-4A97-B99F-CF6137E7E9B9}" dt="2026-05-11T07:02:45.519" v="533" actId="14100"/>
      <pc:docMkLst>
        <pc:docMk/>
      </pc:docMkLst>
      <pc:sldChg chg="modSp mod">
        <pc:chgData name="Na Sreypich" userId="490ae5e5-e2be-4f8a-b0d3-913ad56769bc" providerId="ADAL" clId="{DFA992E8-05E4-4A97-B99F-CF6137E7E9B9}" dt="2026-05-11T05:23:15.624" v="262" actId="20577"/>
        <pc:sldMkLst>
          <pc:docMk/>
          <pc:sldMk cId="2746091736" sldId="257"/>
        </pc:sldMkLst>
        <pc:spChg chg="mod">
          <ac:chgData name="Na Sreypich" userId="490ae5e5-e2be-4f8a-b0d3-913ad56769bc" providerId="ADAL" clId="{DFA992E8-05E4-4A97-B99F-CF6137E7E9B9}" dt="2026-05-11T05:23:15.624" v="262" actId="20577"/>
          <ac:spMkLst>
            <pc:docMk/>
            <pc:sldMk cId="2746091736" sldId="257"/>
            <ac:spMk id="4" creationId="{51CC4B4D-1A9F-893A-09F8-100FC4D3C1D3}"/>
          </ac:spMkLst>
        </pc:spChg>
      </pc:sldChg>
      <pc:sldChg chg="addSp modSp new mod">
        <pc:chgData name="Na Sreypich" userId="490ae5e5-e2be-4f8a-b0d3-913ad56769bc" providerId="ADAL" clId="{DFA992E8-05E4-4A97-B99F-CF6137E7E9B9}" dt="2026-05-11T07:02:45.519" v="533" actId="14100"/>
        <pc:sldMkLst>
          <pc:docMk/>
          <pc:sldMk cId="2715136767" sldId="258"/>
        </pc:sldMkLst>
        <pc:spChg chg="add mod">
          <ac:chgData name="Na Sreypich" userId="490ae5e5-e2be-4f8a-b0d3-913ad56769bc" providerId="ADAL" clId="{DFA992E8-05E4-4A97-B99F-CF6137E7E9B9}" dt="2026-05-11T03:59:42.836" v="49"/>
          <ac:spMkLst>
            <pc:docMk/>
            <pc:sldMk cId="2715136767" sldId="258"/>
            <ac:spMk id="2" creationId="{3D90CD47-E378-3546-8184-8E9008F581FB}"/>
          </ac:spMkLst>
        </pc:spChg>
        <pc:spChg chg="add mod">
          <ac:chgData name="Na Sreypich" userId="490ae5e5-e2be-4f8a-b0d3-913ad56769bc" providerId="ADAL" clId="{DFA992E8-05E4-4A97-B99F-CF6137E7E9B9}" dt="2026-05-11T07:02:45.519" v="533" actId="14100"/>
          <ac:spMkLst>
            <pc:docMk/>
            <pc:sldMk cId="2715136767" sldId="258"/>
            <ac:spMk id="3" creationId="{29415F9C-BFF0-5DA7-FDAC-12B6D4634FD7}"/>
          </ac:spMkLst>
        </pc:spChg>
        <pc:spChg chg="add mod">
          <ac:chgData name="Na Sreypich" userId="490ae5e5-e2be-4f8a-b0d3-913ad56769bc" providerId="ADAL" clId="{DFA992E8-05E4-4A97-B99F-CF6137E7E9B9}" dt="2026-05-11T07:02:15.166" v="526" actId="571"/>
          <ac:spMkLst>
            <pc:docMk/>
            <pc:sldMk cId="2715136767" sldId="258"/>
            <ac:spMk id="4" creationId="{92274C86-4500-FEDC-7B37-26D80D49D0DE}"/>
          </ac:spMkLst>
        </pc:spChg>
      </pc:sldChg>
      <pc:sldChg chg="new del">
        <pc:chgData name="Na Sreypich" userId="490ae5e5-e2be-4f8a-b0d3-913ad56769bc" providerId="ADAL" clId="{DFA992E8-05E4-4A97-B99F-CF6137E7E9B9}" dt="2026-05-11T03:59:13.805" v="47" actId="47"/>
        <pc:sldMkLst>
          <pc:docMk/>
          <pc:sldMk cId="3358802939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F34E6-0DCB-4219-A6E1-2CBF6C20C84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E8A51-04D8-42C3-AED7-7E432CE27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398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E8A51-04D8-42C3-AED7-7E432CE271E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02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69F7-A5AB-3EA0-0E9F-84A2E33CD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D2C0A-E19F-2000-1CE2-39E0D8A75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C6131-A768-3770-8564-103C0D25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11A3B-5F99-6A0A-3BB8-D0E4D37E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10852-DB7D-862B-D02B-7352AE38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04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4E5D-2996-43A8-06E4-B08FD3576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0444A-8A22-4E1A-3987-5324D774D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13AE6-CDC6-9760-F1B1-215E4ED1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4A5D5-7EB4-110B-FEE5-D7C7CA47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0743-432C-53AF-17F6-2FCBE03A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40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BEE2-3F39-0A1E-EE4D-A059C5A8F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F0731-2323-E5F9-4CF9-283FFFD28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2C177-0A2C-AD96-591D-D6E603FFB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B8D1A-5AC6-DE4D-B588-6CB877B5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30A8-F524-7721-AA95-EA7456C5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88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4F04-D2EF-7255-AD10-E40D0241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6E8D9-7900-D304-8589-E88FF8008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E5DF4-954A-1341-81C0-BB790135B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7965D-12AF-3C5F-A388-96CC385E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4585B-7C36-8057-446E-059428B1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8A00F-8093-BE57-E5A1-CAF2EEED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297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36D7-AB9B-CC9B-BA6B-631A4F92D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6667F-816E-19C5-7851-C16D2E421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65AA2-70D9-A34E-80AD-4B0B3FBAC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9309C-2D2B-A5D6-4289-0D632D405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17603-2696-AC73-4AB4-4D3A3D170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45CD0-5348-1F62-B0C4-4104D138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5BD7F-4838-4A22-BA7E-D533D8BD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F50BC-6CA1-39AE-9A4B-8832C768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59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6D591-D6B0-8496-27BE-705EBEA9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3C8B85-DDB6-4A06-19D9-DE1D9EC68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0EA2A-85F3-0165-E6B2-C177DDC4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76127-7438-AEDE-B39E-D84EF38F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582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6EBB3-8B2D-7611-9D46-52D5DC265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260BEB-4977-3871-1307-007361CC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FFA04-B280-ED68-EDCB-7EE9A10A4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5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661B-F583-04CB-19B2-9409147DC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95754-2908-A2E3-92B4-8A9BA2D90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AFAD27-F9D1-1B70-5EA8-DDCBDED64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21A34-9E87-826E-5074-57726830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9A1F2-4B22-7481-6EF8-AF63068E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03B09-D2C2-3B9F-9F02-7B04CDAC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84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9EF9-3752-12F8-DF8F-7B9521B15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D893E-5D4B-6883-9073-66695C6A7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8FFF1-4BD5-1A1B-51E4-C8D608410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63DB0-B4CF-A2BC-6FEB-0A194C65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1ED29-1AB9-0FE8-1008-91C655CA1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F4E40-A263-9A95-24FB-F9DFB0227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61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3B64-0E00-7ED5-A815-CF532833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3EA4D-5F65-42CA-2D4B-4E5D5AF9F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497F-4467-6D22-850F-8A0D1A397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AA06A-810F-4AD4-F788-DF93C4AF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FB23E-15D0-3765-B7F2-E749541D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734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B5700-BF20-9FFE-1595-8EB808772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0BD63-BC70-CE2B-6BF7-642AE2F8E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D5B53-C94B-37E2-9154-C2961473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D59C7-F997-37A6-405A-3D5249A0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3D87B-1C90-253E-A78E-3A6977D3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92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332F1C-7508-C9EF-6E1F-F127B90C3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FBFCF-F15B-3B1B-11D4-3D99BD3CA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0279F-FB54-BE35-1A39-63FCB07764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EB040-23C8-42D7-B6C0-C262036155A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00BCF-8628-FBFC-7432-21924FADF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EA7CC-6FF9-7F9F-A8CF-21849C45A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50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1837-E9DD-4993-1662-16ECC6B69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812800"/>
          </a:xfrm>
        </p:spPr>
        <p:txBody>
          <a:bodyPr>
            <a:noAutofit/>
          </a:bodyPr>
          <a:lstStyle/>
          <a:p>
            <a:r>
              <a:rPr lang="en-GB" sz="3600">
                <a:solidFill>
                  <a:srgbClr val="002060"/>
                </a:solidFill>
                <a:latin typeface="Aptos Slab SemiBold" panose="020B0004020202020204" pitchFamily="34" charset="0"/>
              </a:rPr>
              <a:t>DISCRETE MATHEMATICS</a:t>
            </a:r>
            <a:endParaRPr lang="en-GB" sz="2800">
              <a:solidFill>
                <a:srgbClr val="002060"/>
              </a:solidFill>
              <a:latin typeface="Aptos Slab SemiBold" panose="020B00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FE1B6F-2CB6-B6B9-5A92-026E2B3A5E8C}"/>
              </a:ext>
            </a:extLst>
          </p:cNvPr>
          <p:cNvSpPr txBox="1">
            <a:spLocks/>
          </p:cNvSpPr>
          <p:nvPr/>
        </p:nvSpPr>
        <p:spPr>
          <a:xfrm>
            <a:off x="2" y="662330"/>
            <a:ext cx="12191998" cy="601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u="sng">
                <a:solidFill>
                  <a:srgbClr val="002060"/>
                </a:solidFill>
                <a:latin typeface="Aptos Slab SemiBold" panose="020B0004020202020204" pitchFamily="34" charset="0"/>
              </a:rPr>
              <a:t>Lecturer :</a:t>
            </a:r>
            <a:r>
              <a:rPr lang="en-GB" sz="2400">
                <a:solidFill>
                  <a:srgbClr val="002060"/>
                </a:solidFill>
                <a:latin typeface="Aptos Slab SemiBold" panose="020B0004020202020204" pitchFamily="34" charset="0"/>
              </a:rPr>
              <a:t> </a:t>
            </a:r>
            <a:r>
              <a:rPr lang="en-GB" sz="2400">
                <a:latin typeface="Aptos Slab SemiBold" panose="020B0004020202020204" pitchFamily="34" charset="0"/>
              </a:rPr>
              <a:t>Ngeth Youdarith &amp; PHANN Sopheap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20D958-B113-8525-CA2B-8D30D8105222}"/>
              </a:ext>
            </a:extLst>
          </p:cNvPr>
          <p:cNvSpPr txBox="1">
            <a:spLocks/>
          </p:cNvSpPr>
          <p:nvPr/>
        </p:nvSpPr>
        <p:spPr>
          <a:xfrm>
            <a:off x="880358" y="963271"/>
            <a:ext cx="11311642" cy="55777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u="sng">
                <a:solidFill>
                  <a:srgbClr val="002060"/>
                </a:solidFill>
                <a:latin typeface="Aptos Slab SemiBold" panose="020B0004020202020204" pitchFamily="34" charset="0"/>
              </a:rPr>
              <a:t>Group : 2</a:t>
            </a:r>
          </a:p>
          <a:p>
            <a:pPr algn="l"/>
            <a:endParaRPr lang="en-GB" sz="1800" u="sng">
              <a:solidFill>
                <a:srgbClr val="002060"/>
              </a:solidFill>
              <a:latin typeface="Aptos Slab SemiBold" panose="020B0004020202020204" pitchFamily="34" charset="0"/>
            </a:endParaRPr>
          </a:p>
          <a:p>
            <a:pPr algn="l"/>
            <a:r>
              <a:rPr lang="en-GB" sz="1800" u="sng">
                <a:solidFill>
                  <a:srgbClr val="002060"/>
                </a:solidFill>
                <a:latin typeface="Aptos Slab SemiBold" panose="020B0004020202020204" pitchFamily="34" charset="0"/>
              </a:rPr>
              <a:t>Group Member’s  Name: </a:t>
            </a:r>
          </a:p>
          <a:p>
            <a:pPr algn="l"/>
            <a:endParaRPr lang="en-GB" sz="1800" u="sng">
              <a:solidFill>
                <a:srgbClr val="002060"/>
              </a:solidFill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Na Sreypich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Toch Sreynit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Hong Chhievguek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Pen Kanha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Phy Sokmanea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Boa Mouyly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Deob Doungsopanha</a:t>
            </a:r>
          </a:p>
          <a:p>
            <a:pPr marL="457200" indent="-457200" algn="l">
              <a:buFont typeface="+mj-lt"/>
              <a:buAutoNum type="arabicPeriod"/>
            </a:pPr>
            <a:endParaRPr lang="en-GB" sz="2400" u="sng">
              <a:latin typeface="Aptos Slab Semi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99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CC1D-D390-F4C6-F362-2B44F8608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63929"/>
          </a:xfrm>
        </p:spPr>
        <p:txBody>
          <a:bodyPr>
            <a:normAutofit/>
          </a:bodyPr>
          <a:lstStyle/>
          <a:p>
            <a:pPr algn="ctr"/>
            <a:r>
              <a:rPr lang="en-GB" sz="2800">
                <a:solidFill>
                  <a:srgbClr val="002060"/>
                </a:solidFill>
                <a:latin typeface="Aptos Slab SemiBold" panose="020B0004020202020204" pitchFamily="34" charset="0"/>
              </a:rPr>
              <a:t>Exercise Practies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CC4B4D-1A9F-893A-09F8-100FC4D3C1D3}"/>
              </a:ext>
            </a:extLst>
          </p:cNvPr>
          <p:cNvSpPr txBox="1">
            <a:spLocks/>
          </p:cNvSpPr>
          <p:nvPr/>
        </p:nvSpPr>
        <p:spPr>
          <a:xfrm>
            <a:off x="224740" y="486137"/>
            <a:ext cx="11967258" cy="6371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GB" sz="2000">
                <a:latin typeface="Aptos Slab SemiBold" panose="020B0004020202020204" pitchFamily="34" charset="0"/>
              </a:rPr>
              <a:t>I. In a group of 105 students</a:t>
            </a:r>
          </a:p>
          <a:p>
            <a:pPr>
              <a:lnSpc>
                <a:spcPct val="170000"/>
              </a:lnSpc>
            </a:pPr>
            <a:r>
              <a:rPr lang="en-GB" sz="2000">
                <a:latin typeface="Aptos Slab SemiBold" panose="020B0004020202020204" pitchFamily="34" charset="0"/>
              </a:rPr>
              <a:t>   70 students passed Math</a:t>
            </a:r>
          </a:p>
          <a:p>
            <a:pPr>
              <a:lnSpc>
                <a:spcPct val="170000"/>
              </a:lnSpc>
            </a:pPr>
            <a:r>
              <a:rPr lang="en-GB" sz="2000">
                <a:latin typeface="Aptos Slab SemiBold" panose="020B0004020202020204" pitchFamily="34" charset="0"/>
              </a:rPr>
              <a:t>   60 students passed CCNA</a:t>
            </a:r>
          </a:p>
          <a:p>
            <a:pPr>
              <a:lnSpc>
                <a:spcPct val="170000"/>
              </a:lnSpc>
            </a:pPr>
            <a:r>
              <a:rPr lang="en-GB" sz="2000">
                <a:latin typeface="Aptos Slab SemiBold" panose="020B0004020202020204" pitchFamily="34" charset="0"/>
              </a:rPr>
              <a:t>   45 students pass Advance Programing</a:t>
            </a:r>
          </a:p>
          <a:p>
            <a:pPr>
              <a:lnSpc>
                <a:spcPct val="170000"/>
              </a:lnSpc>
            </a:pPr>
            <a:r>
              <a:rPr lang="en-GB" sz="2000">
                <a:latin typeface="Aptos Slab SemiBold" panose="020B0004020202020204" pitchFamily="34" charset="0"/>
              </a:rPr>
              <a:t>   30 students passed Math and CCNA</a:t>
            </a:r>
          </a:p>
          <a:p>
            <a:pPr>
              <a:lnSpc>
                <a:spcPct val="170000"/>
              </a:lnSpc>
            </a:pPr>
            <a:r>
              <a:rPr lang="en-GB" sz="2000">
                <a:latin typeface="Aptos Slab SemiBold" panose="020B0004020202020204" pitchFamily="34" charset="0"/>
              </a:rPr>
              <a:t>   35 students passed CCNA and Advance Programing</a:t>
            </a:r>
          </a:p>
          <a:p>
            <a:pPr>
              <a:lnSpc>
                <a:spcPct val="170000"/>
              </a:lnSpc>
            </a:pPr>
            <a:r>
              <a:rPr lang="en-GB" sz="2000">
                <a:latin typeface="Aptos Slab SemiBold" panose="020B0004020202020204" pitchFamily="34" charset="0"/>
              </a:rPr>
              <a:t>   25 students passed Math and Advance Programing </a:t>
            </a:r>
          </a:p>
          <a:p>
            <a:pPr>
              <a:lnSpc>
                <a:spcPct val="170000"/>
              </a:lnSpc>
            </a:pPr>
            <a:r>
              <a:rPr lang="en-GB" sz="2000">
                <a:latin typeface="Aptos Slab SemiBold" panose="020B0004020202020204" pitchFamily="34" charset="0"/>
              </a:rPr>
              <a:t>  15 passed all subject</a:t>
            </a:r>
          </a:p>
          <a:p>
            <a:pPr>
              <a:lnSpc>
                <a:spcPct val="170000"/>
              </a:lnSpc>
            </a:pPr>
            <a:r>
              <a:rPr lang="en-GB" sz="2000">
                <a:latin typeface="Aptos Slab SemiBold" panose="020B0004020202020204" pitchFamily="34" charset="0"/>
              </a:rPr>
              <a:t>Find the number of students who</a:t>
            </a:r>
          </a:p>
          <a:p>
            <a:pPr>
              <a:lnSpc>
                <a:spcPct val="170000"/>
              </a:lnSpc>
            </a:pPr>
            <a:r>
              <a:rPr lang="en-GB" sz="2000">
                <a:latin typeface="Aptos Slab SemiBold" panose="020B0004020202020204" pitchFamily="34" charset="0"/>
              </a:rPr>
              <a:t>d. Passed all three subject that they passed two</a:t>
            </a:r>
          </a:p>
          <a:p>
            <a:pPr>
              <a:lnSpc>
                <a:spcPct val="170000"/>
              </a:lnSpc>
            </a:pPr>
            <a:r>
              <a:rPr lang="en-GB" sz="2000">
                <a:latin typeface="Aptos Slab SemiBold" panose="020B0004020202020204" pitchFamily="34" charset="0"/>
              </a:rPr>
              <a:t>e. Passed Math given that they passed CCNA  </a:t>
            </a:r>
          </a:p>
        </p:txBody>
      </p:sp>
    </p:spTree>
    <p:extLst>
      <p:ext uri="{BB962C8B-B14F-4D97-AF65-F5344CB8AC3E}">
        <p14:creationId xmlns:p14="http://schemas.microsoft.com/office/powerpoint/2010/main" val="2746091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0CD47-E378-3546-8184-8E9008F581FB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6392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>
                <a:solidFill>
                  <a:srgbClr val="002060"/>
                </a:solidFill>
                <a:latin typeface="Aptos Slab SemiBold" panose="020B0004020202020204" pitchFamily="34" charset="0"/>
              </a:rPr>
              <a:t>Exercise Practies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29415F9C-BFF0-5DA7-FDAC-12B6D4634F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660400"/>
                <a:ext cx="11353800" cy="6197600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571500" indent="-571500">
                  <a:buAutoNum type="romanUcPeriod"/>
                </a:pPr>
                <a:r>
                  <a:rPr lang="en-GB" sz="2800">
                    <a:latin typeface="Aptos Slab SemiBold" panose="020B0004020202020204" pitchFamily="34" charset="0"/>
                  </a:rPr>
                  <a:t>D. Passed all three subject that they passed two</a:t>
                </a:r>
              </a:p>
              <a:p>
                <a:endParaRPr lang="en-GB" sz="2800">
                  <a:latin typeface="Aptos Slab SemiBold" panose="020B0004020202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800">
                    <a:latin typeface="Aptos Slab SemiBold" panose="020B0004020202020204" pitchFamily="34" charset="0"/>
                  </a:rPr>
                  <a:t>     Students who passed exactly two: 45</a:t>
                </a:r>
              </a:p>
              <a:p>
                <a:endParaRPr lang="en-GB" sz="2800">
                  <a:latin typeface="Aptos Slab SemiBold" panose="020B0004020202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800">
                    <a:latin typeface="Aptos Slab SemiBold" panose="020B0004020202020204" pitchFamily="34" charset="0"/>
                  </a:rPr>
                  <a:t>    Students who passed at least two: </a:t>
                </a:r>
              </a:p>
              <a:p>
                <a:r>
                  <a:rPr lang="en-GB" sz="2800">
                    <a:latin typeface="Aptos Slab SemiBold" panose="020B0004020202020204" pitchFamily="34" charset="0"/>
                  </a:rPr>
                  <a:t> 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	</a:t>
                </a:r>
                <a:r>
                  <a:rPr lang="en-GB" sz="2800">
                    <a:latin typeface="Aptos Slab SemiBold" panose="020B0004020202020204" pitchFamily="34" charset="0"/>
                  </a:rPr>
                  <a:t>(Math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GB" sz="2800">
                    <a:latin typeface="Aptos Slab SemiBold" panose="020B0004020202020204" pitchFamily="34" charset="0"/>
                  </a:rPr>
                  <a:t> CCNA) + (CCNA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GB" sz="2800">
                    <a:latin typeface="Aptos Slab SemiBold" panose="020B0004020202020204" pitchFamily="34" charset="0"/>
                  </a:rPr>
                  <a:t> Prog) + (Math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 </m:t>
                    </m:r>
                  </m:oMath>
                </a14:m>
                <a:r>
                  <a:rPr lang="en-GB" sz="2800">
                    <a:latin typeface="Aptos Slab SemiBold" panose="020B0004020202020204" pitchFamily="34" charset="0"/>
                  </a:rPr>
                  <a:t>Prog) + (All three)</a:t>
                </a:r>
              </a:p>
              <a:p>
                <a:endParaRPr lang="en-GB" sz="2800">
                  <a:latin typeface="Aptos Slab SemiBold" panose="020B0004020202020204" pitchFamily="34" charset="0"/>
                </a:endParaRPr>
              </a:p>
              <a:p>
                <a:r>
                  <a:rPr lang="en-GB" sz="2800">
                    <a:latin typeface="Aptos Slab SemiBold" panose="020B0004020202020204" pitchFamily="34" charset="0"/>
                  </a:rPr>
                  <a:t>	15+20+10+15=60</a:t>
                </a:r>
              </a:p>
              <a:p>
                <a:endParaRPr lang="en-GB" sz="2800">
                  <a:latin typeface="Aptos Slab SemiBold" panose="020B0004020202020204" pitchFamily="34" charset="0"/>
                </a:endParaRPr>
              </a:p>
              <a:p>
                <a:r>
                  <a:rPr lang="en-GB" sz="2800">
                    <a:latin typeface="Aptos Slab SemiBold" panose="020B0004020202020204" pitchFamily="34" charset="0"/>
                  </a:rPr>
                  <a:t>    So: 	60-45 = 15</a:t>
                </a:r>
              </a:p>
              <a:p>
                <a:endParaRPr lang="en-GB" sz="2800">
                  <a:latin typeface="Aptos Slab SemiBold" panose="020B0004020202020204" pitchFamily="34" charset="0"/>
                </a:endParaRPr>
              </a:p>
              <a:p>
                <a:r>
                  <a:rPr lang="en-GB" sz="2800">
                    <a:solidFill>
                      <a:srgbClr val="FF0000"/>
                    </a:solidFill>
                    <a:latin typeface="Aptos Slab SemiBold" panose="020B0004020202020204" pitchFamily="34" charset="0"/>
                  </a:rPr>
                  <a:t>Final Answer:</a:t>
                </a:r>
                <a:r>
                  <a:rPr lang="en-GB" sz="2800">
                    <a:latin typeface="Aptos Slab SemiBold" panose="020B0004020202020204" pitchFamily="34" charset="0"/>
                  </a:rPr>
                  <a:t> 15 students (or 25% of those who passed at least two).</a:t>
                </a:r>
              </a:p>
              <a:p>
                <a:endParaRPr lang="en-GB" sz="2800">
                  <a:latin typeface="Aptos Slab SemiBold" panose="020B0004020202020204" pitchFamily="34" charset="0"/>
                </a:endParaRPr>
              </a:p>
              <a:p>
                <a:r>
                  <a:rPr lang="en-GB" sz="2800">
                    <a:latin typeface="Aptos Slab SemiBold" panose="020B0004020202020204" pitchFamily="34" charset="0"/>
                  </a:rPr>
                  <a:t>       E. Passed Math given that they passed CCNA</a:t>
                </a:r>
              </a:p>
              <a:p>
                <a:endParaRPr lang="en-GB" sz="2800">
                  <a:latin typeface="Aptos Slab SemiBold" panose="020B0004020202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800">
                    <a:latin typeface="Aptos Slab SemiBold" panose="020B0004020202020204" pitchFamily="34" charset="0"/>
                  </a:rPr>
                  <a:t>Formula: P(Math|CCNA)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𝑀𝑎𝑡h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∩ 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𝐶𝐶𝑁𝐴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𝐶𝐶𝑁𝐴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GB" sz="2800">
                  <a:latin typeface="Aptos Slab SemiBold" panose="020B0004020202020204" pitchFamily="34" charset="0"/>
                </a:endParaRPr>
              </a:p>
              <a:p>
                <a:endParaRPr lang="en-GB" sz="2800">
                  <a:latin typeface="Aptos Slab SemiBold" panose="020B0004020202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800">
                    <a:latin typeface="Aptos Slab SemiBold" panose="020B0004020202020204" pitchFamily="34" charset="0"/>
                  </a:rPr>
                  <a:t>So: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GB" sz="2800">
                  <a:latin typeface="Aptos Slab SemiBold" panose="020B0004020202020204" pitchFamily="34" charset="0"/>
                </a:endParaRPr>
              </a:p>
              <a:p>
                <a:endParaRPr lang="en-GB" sz="2800">
                  <a:latin typeface="Aptos Slab SemiBold" panose="020B0004020202020204" pitchFamily="34" charset="0"/>
                </a:endParaRPr>
              </a:p>
              <a:p>
                <a:r>
                  <a:rPr lang="en-GB" sz="2800">
                    <a:solidFill>
                      <a:srgbClr val="FF0000"/>
                    </a:solidFill>
                    <a:latin typeface="Aptos Slab SemiBold" panose="020B0004020202020204" pitchFamily="34" charset="0"/>
                  </a:rPr>
                  <a:t>Final Answer: </a:t>
                </a:r>
                <a:r>
                  <a:rPr lang="en-GB" sz="2800">
                    <a:latin typeface="Aptos Slab SemiBold" panose="020B0004020202020204" pitchFamily="34" charset="0"/>
                  </a:rPr>
                  <a:t>0.5 or  50% of those who passed CCNA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29415F9C-BFF0-5DA7-FDAC-12B6D4634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60400"/>
                <a:ext cx="11353800" cy="6197600"/>
              </a:xfrm>
              <a:prstGeom prst="rect">
                <a:avLst/>
              </a:prstGeom>
              <a:blipFill>
                <a:blip r:embed="rId2"/>
                <a:stretch>
                  <a:fillRect l="-859" t="-22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13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Exercises Set and type of set Group2</Template>
  <TotalTime>65</TotalTime>
  <Words>225</Words>
  <Application>Microsoft Office PowerPoint</Application>
  <PresentationFormat>Widescreen</PresentationFormat>
  <Paragraphs>54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Aptos Slab SemiBold</vt:lpstr>
      <vt:lpstr>Arial</vt:lpstr>
      <vt:lpstr>Cambria Math</vt:lpstr>
      <vt:lpstr>Office Theme</vt:lpstr>
      <vt:lpstr>DISCRETE MATHEMATICS</vt:lpstr>
      <vt:lpstr>Exercise Practies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 Sreypich</dc:creator>
  <cp:lastModifiedBy>Na Sreypich</cp:lastModifiedBy>
  <cp:revision>1</cp:revision>
  <dcterms:created xsi:type="dcterms:W3CDTF">2026-05-11T03:54:06Z</dcterms:created>
  <dcterms:modified xsi:type="dcterms:W3CDTF">2026-05-11T07:02:52Z</dcterms:modified>
</cp:coreProperties>
</file>